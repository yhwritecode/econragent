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1"/>
          <p:cNvSpPr/>
          <p:nvPr/>
        </p:nvSpPr>
        <p:spPr>
          <a:xfrm>
            <a:off x="594360" y="777240"/>
            <a:ext cx="1280160" cy="10972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30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3000"/>
          </a:p>
        </p:txBody>
      </p:sp>
      <p:sp>
        <p:nvSpPr>
          <p:cNvPr id="5" name="Subtitle 1"/>
          <p:cNvSpPr/>
          <p:nvPr/>
        </p:nvSpPr>
        <p:spPr>
          <a:xfrm>
            <a:off x="749808" y="2331720"/>
            <a:ext cx="70408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800">
                <a:solidFill>
                  <a:srgbClr val="E6E8EB"/>
                </a:solidFill>
                <a:latin typeface="Aptos"/>
                <a:ea typeface="Microsoft YaHei"/>
                <a:cs typeface="Aptos"/>
              </a:rPr>
              <a:t>从概率生成模型到多模态基础模型的演进脉络</a:t>
            </a:r>
            <a:endParaRPr lang="zh-CN" sz="1800"/>
          </a:p>
        </p:txBody>
      </p:sp>
      <p:sp>
        <p:nvSpPr>
          <p:cNvPr id="6" name="Kicker 1"/>
          <p:cNvSpPr/>
          <p:nvPr/>
        </p:nvSpPr>
        <p:spPr>
          <a:xfrm>
            <a:off x="749808" y="42519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1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AI / HISTORY / EVOLUTION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2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2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为什么生成式人工智能成为新一轮技术平台</a:t>
            </a:r>
            <a:endParaRPr lang="zh-CN" sz="2200"/>
          </a:p>
        </p:txBody>
      </p:sp>
      <p:sp>
        <p:nvSpPr>
          <p:cNvPr id="6" name="Slide Number 2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2</a:t>
            </a:r>
            <a:endParaRPr lang="zh-CN" sz="1200"/>
          </a:p>
        </p:txBody>
      </p:sp>
      <p:sp>
        <p:nvSpPr>
          <p:cNvPr id="7" name="Bullets 2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生成式人工智能的核心不只是“会生成内容”，而是把知识压缩、推理和交互整合到统一模型中。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算力、数据和 Transformer 架构的叠加，显著提升了模型的通用性、质量和可部署性。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产品形态正在从“单点生成”走向“工具调用 + Agent 协作 + 多模态工作流”。</a:t>
            </a:r>
            <a:endParaRPr lang="zh-CN" sz="1700"/>
          </a:p>
        </p:txBody>
      </p:sp>
      <p:sp>
        <p:nvSpPr>
          <p:cNvPr id="8" name="Footer 2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3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3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理论起点：从统计生成到早期神经网络</a:t>
            </a:r>
            <a:endParaRPr lang="zh-CN" sz="2200"/>
          </a:p>
        </p:txBody>
      </p:sp>
      <p:sp>
        <p:nvSpPr>
          <p:cNvPr id="6" name="Slide Number 3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3</a:t>
            </a:r>
            <a:endParaRPr lang="zh-CN" sz="1200"/>
          </a:p>
        </p:txBody>
      </p:sp>
      <p:sp>
        <p:nvSpPr>
          <p:cNvPr id="7" name="Bullets 3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20 世纪中后期，统计语言模型、概率图模型和隐变量方法奠定了“生成”问题的数学基础。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玻尔兹曼机、自编码思想和早期连接主义尝试，为后续深度生成模型提供了结构启发。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当时的主要瓶颈在于数据规模、算力供给和训练稳定性，导致生成质量长期受限。</a:t>
            </a:r>
            <a:endParaRPr lang="zh-CN" sz="1700"/>
          </a:p>
        </p:txBody>
      </p:sp>
      <p:sp>
        <p:nvSpPr>
          <p:cNvPr id="8" name="Footer 3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4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深度学习复兴：表示学习重新激活生成能力</a:t>
            </a:r>
            <a:endParaRPr lang="zh-CN" sz="2200"/>
          </a:p>
        </p:txBody>
      </p:sp>
      <p:sp>
        <p:nvSpPr>
          <p:cNvPr id="6" name="Slide Number 4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4</a:t>
            </a:r>
            <a:endParaRPr lang="zh-CN" sz="1200"/>
          </a:p>
        </p:txBody>
      </p:sp>
      <p:sp>
        <p:nvSpPr>
          <p:cNvPr id="7" name="Bullets 4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2006 年后，深层网络训练技巧改进，让表征学习从手工特征转向端到端学习。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大规模数据集与 GPU 训练基础设施逐步成熟，模型开始具备跨任务迁移能力。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生成模型由“研究样例”走向“可复用组件”，为之后的突破积累条件。</a:t>
            </a:r>
            <a:endParaRPr lang="zh-CN" sz="1700"/>
          </a:p>
        </p:txBody>
      </p:sp>
      <p:sp>
        <p:nvSpPr>
          <p:cNvPr id="8" name="Footer 4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5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5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关键跃迁：VAE、GAN、Seq2Seq 与 Attention</a:t>
            </a:r>
            <a:endParaRPr lang="zh-CN" sz="2200"/>
          </a:p>
        </p:txBody>
      </p:sp>
      <p:sp>
        <p:nvSpPr>
          <p:cNvPr id="6" name="Slide Number 5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5</a:t>
            </a:r>
            <a:endParaRPr lang="zh-CN" sz="1200"/>
          </a:p>
        </p:txBody>
      </p:sp>
      <p:sp>
        <p:nvSpPr>
          <p:cNvPr id="7" name="Bullets 5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VAE 把生成过程与潜变量建模结合，提升了连续潜空间表达能力。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GAN 显著提高了图像生成的逼真度，并推动了生成质量评价标准的变化。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Seq2Seq 与 Attention 让文本生成从短句拓展到翻译、摘要和对话等复杂任务。</a:t>
            </a:r>
            <a:endParaRPr lang="zh-CN" sz="1700"/>
          </a:p>
        </p:txBody>
      </p:sp>
      <p:sp>
        <p:nvSpPr>
          <p:cNvPr id="8" name="Footer 5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6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6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基础模型时代：Transformer 与 GPT 系列</a:t>
            </a:r>
            <a:endParaRPr lang="zh-CN" sz="2200"/>
          </a:p>
        </p:txBody>
      </p:sp>
      <p:sp>
        <p:nvSpPr>
          <p:cNvPr id="6" name="Slide Number 6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6</a:t>
            </a:r>
            <a:endParaRPr lang="zh-CN" sz="1200"/>
          </a:p>
        </p:txBody>
      </p:sp>
      <p:sp>
        <p:nvSpPr>
          <p:cNvPr id="7" name="Bullets 6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Transformer 把长距离依赖建模效率提升到可大规模预训练的水平。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GPT、BERT 等预训练范式证明：统一大模型可以覆盖理解、生成与推理任务。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从参数规模到指令对齐，再到工具使用，模型能力开始呈现平台化增长。</a:t>
            </a:r>
            <a:endParaRPr lang="zh-CN" sz="1700"/>
          </a:p>
        </p:txBody>
      </p:sp>
      <p:sp>
        <p:nvSpPr>
          <p:cNvPr id="8" name="Footer 6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7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7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多模态扩展：从文本走向图像、音频与视频</a:t>
            </a:r>
            <a:endParaRPr lang="zh-CN" sz="2200"/>
          </a:p>
        </p:txBody>
      </p:sp>
      <p:sp>
        <p:nvSpPr>
          <p:cNvPr id="6" name="Slide Number 7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7</a:t>
            </a:r>
            <a:endParaRPr lang="zh-CN" sz="1200"/>
          </a:p>
        </p:txBody>
      </p:sp>
      <p:sp>
        <p:nvSpPr>
          <p:cNvPr id="7" name="Bullets 7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扩散模型推动图像生成质量和可控性大幅提升，重塑创意生产流程。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语音合成、音乐生成和视频生成把生成式 AI 从文本助手扩展为内容引擎。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多模态统一模型正成为下一阶段竞争焦点，目标是共享表示与跨模态协同。</a:t>
            </a:r>
            <a:endParaRPr lang="zh-CN" sz="1700"/>
          </a:p>
        </p:txBody>
      </p:sp>
      <p:sp>
        <p:nvSpPr>
          <p:cNvPr id="8" name="Footer 7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8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8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产业落地：办公、研发、营销与行业场景</a:t>
            </a:r>
            <a:endParaRPr lang="zh-CN" sz="2200"/>
          </a:p>
        </p:txBody>
      </p:sp>
      <p:sp>
        <p:nvSpPr>
          <p:cNvPr id="6" name="Slide Number 8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8</a:t>
            </a:r>
            <a:endParaRPr lang="zh-CN" sz="1200"/>
          </a:p>
        </p:txBody>
      </p:sp>
      <p:sp>
        <p:nvSpPr>
          <p:cNvPr id="7" name="Bullets 8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在办公场景中，生成式 AI 提升检索、写作、汇报与知识复用效率。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在软件研发中，代码补全、测试生成和文档维护正形成新的开发范式。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金融、教育、医疗和制造等行业则更关注可解释性、合规性与流程嵌入。</a:t>
            </a:r>
            <a:endParaRPr lang="zh-CN" sz="1700"/>
          </a:p>
        </p:txBody>
      </p:sp>
      <p:sp>
        <p:nvSpPr>
          <p:cNvPr id="8" name="Footer 8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9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9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风险与治理：幻觉、版权、安全与成本</a:t>
            </a:r>
            <a:endParaRPr lang="zh-CN" sz="2200"/>
          </a:p>
        </p:txBody>
      </p:sp>
      <p:sp>
        <p:nvSpPr>
          <p:cNvPr id="6" name="Slide Number 9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9</a:t>
            </a:r>
            <a:endParaRPr lang="zh-CN" sz="1200"/>
          </a:p>
        </p:txBody>
      </p:sp>
      <p:sp>
        <p:nvSpPr>
          <p:cNvPr id="7" name="Bullets 9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事实幻觉与推理不稳定仍然是高价值业务流程落地的核心风险。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训练数据版权、隐私边界和模型输出责任，要求企业建立明确的治理机制。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部署成本、推理延迟和评测体系，决定了大模型从试点到规模化的速度。</a:t>
            </a:r>
            <a:endParaRPr lang="zh-CN" sz="1700"/>
          </a:p>
        </p:txBody>
      </p:sp>
      <p:sp>
        <p:nvSpPr>
          <p:cNvPr id="8" name="Footer 9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 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Block 10"/>
          <p:cNvSpPr/>
          <p:nvPr/>
        </p:nvSpPr>
        <p:spPr>
          <a:xfrm>
            <a:off x="749808" y="1005840"/>
            <a:ext cx="164592" cy="26517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10"/>
          <p:cNvSpPr/>
          <p:nvPr/>
        </p:nvSpPr>
        <p:spPr>
          <a:xfrm>
            <a:off x="749808" y="128016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下一阶段：Agent 化、工具调用与行业专用模型</a:t>
            </a:r>
            <a:endParaRPr lang="zh-CN" sz="2200"/>
          </a:p>
        </p:txBody>
      </p:sp>
      <p:sp>
        <p:nvSpPr>
          <p:cNvPr id="6" name="Slide Number 10"/>
          <p:cNvSpPr/>
          <p:nvPr/>
        </p:nvSpPr>
        <p:spPr>
          <a:xfrm>
            <a:off x="7909560" y="14630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1200" b="1">
                <a:solidFill>
                  <a:srgbClr val="D7DADD"/>
                </a:solidFill>
                <a:latin typeface="Aptos"/>
                <a:ea typeface="Microsoft YaHei"/>
                <a:cs typeface="Aptos"/>
              </a:rPr>
              <a:t>10</a:t>
            </a:r>
            <a:endParaRPr lang="zh-CN" sz="1200"/>
          </a:p>
        </p:txBody>
      </p:sp>
      <p:sp>
        <p:nvSpPr>
          <p:cNvPr id="7" name="Bullets 10"/>
          <p:cNvSpPr/>
          <p:nvPr/>
        </p:nvSpPr>
        <p:spPr>
          <a:xfrm>
            <a:off x="1051560" y="960120"/>
            <a:ext cx="676656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未来竞争重点会从“单模型能力”转向“模型 + 工具 + 工作流”的系统能力。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Agent 将承担规划、检索、执行和反馈闭环，使模型更接近可交付的生产力单元。</a:t>
            </a:r>
            <a:endParaRPr lang="zh-CN" sz="1700"/>
          </a:p>
          <a:p>
            <a:pPr marL="384048" indent="-164592" algn="l">
              <a:buChar char="•"/>
            </a:pPr>
            <a:r>
              <a:rPr lang="zh-CN" sz="1700">
                <a:solidFill>
                  <a:srgbClr val="1F2933"/>
                </a:solidFill>
                <a:latin typeface="Aptos"/>
                <a:ea typeface="Microsoft YaHei"/>
                <a:cs typeface="Aptos"/>
              </a:rPr>
              <a:t>生成式人工智能起源发展 的叙事主线，可以概括为：理论突破、工程放大、产品化扩散与治理同步演进。</a:t>
            </a:r>
            <a:endParaRPr lang="zh-CN" sz="1700"/>
          </a:p>
        </p:txBody>
      </p:sp>
      <p:sp>
        <p:nvSpPr>
          <p:cNvPr id="8" name="Footer 10"/>
          <p:cNvSpPr/>
          <p:nvPr/>
        </p:nvSpPr>
        <p:spPr>
          <a:xfrm>
            <a:off x="1051560" y="41605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algn="l">
              <a:buNone/>
            </a:pPr>
            <a:r>
              <a:rPr lang="zh-CN" sz="1000">
                <a:solidFill>
                  <a:srgbClr val="667085"/>
                </a:solidFill>
                <a:latin typeface="Aptos"/>
                <a:ea typeface="Microsoft YaHei"/>
                <a:cs typeface="Aptos"/>
              </a:rPr>
              <a:t>生成式人工智能起源发展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OpenAI Codex PPTX Fallback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生成式人工智能起源发展</vt:lpstr>
      <vt:lpstr>为什么生成式人工智能成为新一轮技术平台</vt:lpstr>
      <vt:lpstr>理论起点：从统计生成到早期神经网络</vt:lpstr>
      <vt:lpstr>深度学习复兴：表示学习重新激活生成能力</vt:lpstr>
      <vt:lpstr>关键跃迁：VAE、GAN、Seq2Seq 与 Attention</vt:lpstr>
      <vt:lpstr>基础模型时代：Transformer 与 GPT 系列</vt:lpstr>
      <vt:lpstr>多模态扩展：从文本走向图像、音频与视频</vt:lpstr>
      <vt:lpstr>产业落地：办公、研发、营销与行业场景</vt:lpstr>
      <vt:lpstr>风险与治理：幻觉、版权、安全与成本</vt:lpstr>
      <vt:lpstr>下一阶段：Agent 化、工具调用与行业专用模型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生成式人工智能起源发展</dc:title>
  <dc:subject>生成式人工智能起源发展</dc:subject>
  <dc:creator>OpenAI Codex</dc:creator>
  <cp:keywords/>
  <dc:description>Auto-generated PPTX deck for 生成式人工智能起源发展</dc:description>
  <cp:lastModifiedBy>OpenAI Codex</cp:lastModifiedBy>
  <cp:revision>1</cp:revision>
  <dcterms:created xsi:type="dcterms:W3CDTF">2026-04-19T14:38:48Z</dcterms:created>
  <dcterms:modified xsi:type="dcterms:W3CDTF">2026-04-19T14:38:48Z</dcterms:modified>
  <cp:category/>
</cp:coreProperties>
</file>